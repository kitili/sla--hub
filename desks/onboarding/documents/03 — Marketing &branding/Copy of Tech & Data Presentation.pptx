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71a159c9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71a159c9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71a159c9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71a159c9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71a159c9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71a159c9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71a159c9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71a159c9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" y="0"/>
            <a:ext cx="9143936" cy="401386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686675" y="4238775"/>
            <a:ext cx="73908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TECH &amp; DATA PRESENTATION: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820750" y="341575"/>
            <a:ext cx="7333500" cy="4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8">
              <a:solidFill>
                <a:schemeClr val="lt1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886600"/>
            <a:ext cx="8520600" cy="40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820750" y="341575"/>
            <a:ext cx="7333500" cy="4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8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ctrTitle"/>
          </p:nvPr>
        </p:nvSpPr>
        <p:spPr>
          <a:xfrm>
            <a:off x="810725" y="211225"/>
            <a:ext cx="7333500" cy="4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8">
              <a:solidFill>
                <a:schemeClr val="lt1"/>
              </a:solidFill>
            </a:endParaRPr>
          </a:p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483425" y="826450"/>
            <a:ext cx="7988100" cy="30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ctrTitle"/>
          </p:nvPr>
        </p:nvSpPr>
        <p:spPr>
          <a:xfrm>
            <a:off x="820750" y="341575"/>
            <a:ext cx="7333500" cy="4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8">
              <a:solidFill>
                <a:schemeClr val="lt1"/>
              </a:solidFill>
            </a:endParaRPr>
          </a:p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311700" y="886600"/>
            <a:ext cx="8520600" cy="40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